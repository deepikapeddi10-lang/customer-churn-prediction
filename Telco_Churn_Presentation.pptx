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434" autoAdjust="0"/>
  </p:normalViewPr>
  <p:slideViewPr>
    <p:cSldViewPr snapToGrid="0" snapToObjects="1">
      <p:cViewPr varScale="1">
        <p:scale>
          <a:sx n="74" d="100"/>
          <a:sy n="74" d="100"/>
        </p:scale>
        <p:origin x="12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628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72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450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627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324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203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16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031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552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096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7244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727251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195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9988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7184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2355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160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5846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8744" y="147850"/>
            <a:ext cx="7936364" cy="2215488"/>
          </a:xfrm>
        </p:spPr>
        <p:txBody>
          <a:bodyPr/>
          <a:lstStyle/>
          <a:p>
            <a:r>
              <a:rPr dirty="0" smtClean="0"/>
              <a:t>Telco</a:t>
            </a:r>
            <a:r>
              <a:rPr lang="en-US" dirty="0" smtClean="0"/>
              <a:t> </a:t>
            </a:r>
            <a:r>
              <a:rPr dirty="0" smtClean="0"/>
              <a:t>Custome</a:t>
            </a:r>
            <a:r>
              <a:rPr lang="en-US" dirty="0" smtClean="0"/>
              <a:t>r</a:t>
            </a:r>
            <a:r>
              <a:rPr dirty="0" smtClean="0"/>
              <a:t> </a:t>
            </a:r>
            <a:r>
              <a:rPr dirty="0"/>
              <a:t>Churn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2363338"/>
            <a:ext cx="6620968" cy="652817"/>
          </a:xfrm>
        </p:spPr>
        <p:txBody>
          <a:bodyPr/>
          <a:lstStyle/>
          <a:p>
            <a:r>
              <a:rPr dirty="0"/>
              <a:t>Machine Learning Project Presentation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442" y="2756847"/>
            <a:ext cx="7278666" cy="4101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analyzes telecom customer data to predict churn using Machine Learning.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54" y="2811438"/>
            <a:ext cx="8748215" cy="40465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Telco Customer Churn dataset</a:t>
            </a:r>
          </a:p>
          <a:p>
            <a:r>
              <a:t>Features: contract type, tenure, charges, payment method, churn status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9000"/>
            <a:ext cx="9144000" cy="3429000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Missing values handled</a:t>
            </a:r>
          </a:p>
          <a:p>
            <a:r>
              <a:t>- Categorical variables encoded</a:t>
            </a:r>
          </a:p>
          <a:p>
            <a:r>
              <a:t>- Train-test split applied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78" y="3429000"/>
            <a:ext cx="8816453" cy="3272051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EDA (Exploratory Data Analysis)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Churn </a:t>
            </a:r>
            <a:r>
              <a:rPr dirty="0" err="1"/>
              <a:t>vs</a:t>
            </a:r>
            <a:r>
              <a:rPr dirty="0"/>
              <a:t> Contract Type</a:t>
            </a:r>
          </a:p>
          <a:p>
            <a:r>
              <a:rPr dirty="0"/>
              <a:t>- Churn </a:t>
            </a:r>
            <a:r>
              <a:rPr dirty="0" err="1"/>
              <a:t>vs</a:t>
            </a:r>
            <a:r>
              <a:rPr dirty="0"/>
              <a:t> Tenure</a:t>
            </a:r>
          </a:p>
          <a:p>
            <a:r>
              <a:rPr dirty="0"/>
              <a:t>- Monthly charges impact</a:t>
            </a:r>
          </a:p>
          <a:p>
            <a:r>
              <a:rPr dirty="0"/>
              <a:t>- Payment method analysis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34" y="3794078"/>
            <a:ext cx="7560860" cy="30639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221" y="374250"/>
            <a:ext cx="7055380" cy="1400530"/>
          </a:xfrm>
        </p:spPr>
        <p:txBody>
          <a:bodyPr/>
          <a:lstStyle/>
          <a:p>
            <a:r>
              <a:t>Model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221" y="1411480"/>
            <a:ext cx="3321219" cy="2300711"/>
          </a:xfrm>
        </p:spPr>
        <p:txBody>
          <a:bodyPr>
            <a:normAutofit/>
          </a:bodyPr>
          <a:lstStyle/>
          <a:p>
            <a:r>
              <a:rPr dirty="0"/>
              <a:t>Logistic Regression was used for churn prediction (classification problem).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842" y="136478"/>
            <a:ext cx="4679576" cy="65476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49687"/>
            <a:ext cx="4744113" cy="1400530"/>
          </a:xfrm>
        </p:spPr>
        <p:txBody>
          <a:bodyPr/>
          <a:lstStyle/>
          <a:p>
            <a:r>
              <a:rPr dirty="0"/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841" y="2748384"/>
            <a:ext cx="4066272" cy="2609227"/>
          </a:xfrm>
        </p:spPr>
        <p:txBody>
          <a:bodyPr/>
          <a:lstStyle/>
          <a:p>
            <a:r>
              <a:rPr dirty="0"/>
              <a:t>- Accuracy score calculated</a:t>
            </a:r>
          </a:p>
          <a:p>
            <a:r>
              <a:rPr dirty="0"/>
              <a:t>- Model predicts customer churn effectively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4113" y="231820"/>
            <a:ext cx="4232461" cy="6490952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Month-to-month customers churn more</a:t>
            </a:r>
          </a:p>
          <a:p>
            <a:r>
              <a:t>- Low tenure customers leave more</a:t>
            </a:r>
          </a:p>
          <a:p>
            <a:r>
              <a:t>- Higher charges increase churn</a:t>
            </a:r>
          </a:p>
          <a:p>
            <a:r>
              <a:t>- Electronic check users churn more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67554"/>
            <a:ext cx="7055380" cy="1400530"/>
          </a:xfrm>
        </p:spPr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2393941"/>
            <a:ext cx="7540090" cy="4959895"/>
          </a:xfrm>
        </p:spPr>
        <p:txBody>
          <a:bodyPr>
            <a:normAutofit/>
          </a:bodyPr>
          <a:lstStyle/>
          <a:p>
            <a:r>
              <a:rPr dirty="0"/>
              <a:t>The model helps identify at-risk customers and supports business </a:t>
            </a:r>
            <a:r>
              <a:rPr dirty="0" smtClean="0"/>
              <a:t>decisions </a:t>
            </a:r>
            <a:r>
              <a:rPr dirty="0"/>
              <a:t>to reduce </a:t>
            </a:r>
            <a:r>
              <a:rPr dirty="0" smtClean="0"/>
              <a:t>churn.</a:t>
            </a:r>
            <a:r>
              <a:rPr lang="en-US" dirty="0" smtClean="0"/>
              <a:t> 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                                               THANK YOU…..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8912179" y="6130343"/>
            <a:ext cx="45719" cy="609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73</TotalTime>
  <Words>148</Words>
  <Application>Microsoft Office PowerPoint</Application>
  <PresentationFormat>On-screen Show (4:3)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</vt:lpstr>
      <vt:lpstr>Telco Customer Churn Prediction</vt:lpstr>
      <vt:lpstr>Introduction</vt:lpstr>
      <vt:lpstr>Dataset</vt:lpstr>
      <vt:lpstr>Data Preprocessing</vt:lpstr>
      <vt:lpstr>EDA (Exploratory Data Analysis)</vt:lpstr>
      <vt:lpstr>Model Used</vt:lpstr>
      <vt:lpstr>Model Evaluation</vt:lpstr>
      <vt:lpstr>Key Insights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Telco Customer Churn Prediction</dc:title>
  <dc:subject/>
  <dc:creator>Office</dc:creator>
  <cp:keywords/>
  <dc:description>generated using python-pptx</dc:description>
  <cp:lastModifiedBy>Microsoft account</cp:lastModifiedBy>
  <cp:revision>5</cp:revision>
  <dcterms:created xsi:type="dcterms:W3CDTF">2013-01-27T09:14:16Z</dcterms:created>
  <dcterms:modified xsi:type="dcterms:W3CDTF">2026-05-05T09:44:55Z</dcterms:modified>
  <cp:category/>
</cp:coreProperties>
</file>